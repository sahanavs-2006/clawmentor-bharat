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5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14772" y="2459504"/>
            <a:ext cx="51324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&lt;College&gt;_&lt;Team Name&gt;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&lt;Tagline 1 liner of your idea&gt;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&lt;Members Name&gt;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you selected this theme ( </a:t>
            </a:r>
            <a:r>
              <a:rPr lang="en-IN" dirty="0" err="1"/>
              <a:t>Ondevice</a:t>
            </a:r>
            <a:r>
              <a:rPr lang="en-IN" dirty="0"/>
              <a:t>, Productivity, </a:t>
            </a:r>
            <a:r>
              <a:rPr lang="en-IN" dirty="0" err="1"/>
              <a:t>GenAI</a:t>
            </a:r>
            <a:r>
              <a:rPr lang="en-IN" dirty="0"/>
              <a:t> research) </a:t>
            </a:r>
            <a:br>
              <a:rPr lang="en-IN" dirty="0"/>
            </a:br>
            <a:r>
              <a:rPr lang="en-IN" dirty="0"/>
              <a:t>What problem are you solving</a:t>
            </a:r>
          </a:p>
          <a:p>
            <a:r>
              <a:rPr lang="en-IN" dirty="0"/>
              <a:t>Who Faces it ( persona)</a:t>
            </a:r>
          </a:p>
          <a:p>
            <a:r>
              <a:rPr lang="en-IN" dirty="0"/>
              <a:t>Why is it important</a:t>
            </a:r>
          </a:p>
          <a:p>
            <a:r>
              <a:rPr lang="en-IN" dirty="0"/>
              <a:t>Any others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Keep it real, not generic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Existing solutions( if any)</a:t>
            </a:r>
            <a:br>
              <a:rPr lang="en-IN" dirty="0"/>
            </a:br>
            <a:r>
              <a:rPr lang="en-IN" dirty="0"/>
              <a:t>What’s missing/broken</a:t>
            </a:r>
          </a:p>
          <a:p>
            <a:r>
              <a:rPr lang="en-IN" dirty="0"/>
              <a:t>Opportunity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Keep it real, not generic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you built</a:t>
            </a:r>
          </a:p>
          <a:p>
            <a:r>
              <a:rPr lang="en-IN" dirty="0"/>
              <a:t>Core Ideas Explanation</a:t>
            </a:r>
          </a:p>
          <a:p>
            <a:r>
              <a:rPr lang="en-IN" dirty="0"/>
              <a:t>Key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Keep it real, not generic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Screen/Flow</a:t>
            </a:r>
            <a:br>
              <a:rPr lang="en-IN" dirty="0"/>
            </a:br>
            <a:r>
              <a:rPr lang="en-IN" dirty="0"/>
              <a:t>How User Interacts</a:t>
            </a:r>
          </a:p>
          <a:p>
            <a:r>
              <a:rPr lang="en-IN" dirty="0"/>
              <a:t>Key Moments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is the most important Slide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 Stack</a:t>
            </a:r>
          </a:p>
          <a:p>
            <a:r>
              <a:rPr lang="en-IN" dirty="0"/>
              <a:t>AI usage( model, APIs, Framework)</a:t>
            </a:r>
            <a:br>
              <a:rPr lang="en-IN" dirty="0"/>
            </a:br>
            <a:r>
              <a:rPr lang="en-IN" dirty="0"/>
              <a:t>System Flow( simple)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Keep it real, not generic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 life scenario -&gt;3/4 different </a:t>
            </a:r>
          </a:p>
          <a:p>
            <a:r>
              <a:rPr lang="en-IN" dirty="0"/>
              <a:t>Scale Potential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6670071" y="4145654"/>
            <a:ext cx="2760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Keep it real, not generic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your solution stands out</a:t>
            </a:r>
          </a:p>
          <a:p>
            <a:r>
              <a:rPr lang="en-IN" dirty="0"/>
              <a:t>1-2 Strong MOAT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C1E9D-1F98-4CDB-8C10-EACE322B205B}"/>
              </a:ext>
            </a:extLst>
          </p:cNvPr>
          <p:cNvSpPr txBox="1"/>
          <p:nvPr/>
        </p:nvSpPr>
        <p:spPr>
          <a:xfrm>
            <a:off x="2560320" y="4145654"/>
            <a:ext cx="9230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 business, a moat is a sustainable competitive advantage that protects a company from competitors and helps maintain long-term profitability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Repo</a:t>
            </a:r>
            <a:br>
              <a:rPr lang="en-IN" dirty="0"/>
            </a:br>
            <a:r>
              <a:rPr lang="en-IN" dirty="0"/>
              <a:t>Demo Link</a:t>
            </a:r>
            <a:br>
              <a:rPr lang="en-IN" dirty="0"/>
            </a:br>
            <a:r>
              <a:rPr lang="en-IN" dirty="0"/>
              <a:t>Document submitted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want to add something which is not added above, use this slide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245</Words>
  <Application>Microsoft Office PowerPoint</Application>
  <PresentationFormat>Widescreen</PresentationFormat>
  <Paragraphs>60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Prakhar Chandrakar ./PRISM /SRI-Bangalore/Professional/Samsung Electronics</cp:lastModifiedBy>
  <cp:revision>3</cp:revision>
  <dcterms:created xsi:type="dcterms:W3CDTF">2026-04-27T09:11:02Z</dcterms:created>
  <dcterms:modified xsi:type="dcterms:W3CDTF">2026-04-27T09:29:56Z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